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Beratungsgespräch Anna Beispiel – Notizen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Kind: Lena, geb. 03.05.2021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Bausparvertrag monatlich 50,00 €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2026-10-09T12:53:35Z</dcterms:created>
  <dcterms:modified xsi:type="dcterms:W3CDTF">2026-10-09T12:53:35Z</dcterms:modified>
</cp:coreProperties>
</file>